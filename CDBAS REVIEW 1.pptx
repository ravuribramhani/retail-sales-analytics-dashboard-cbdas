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CA3F0-44DE-4EDB-858D-ED0858108FA6}" v="36" dt="2026-02-19T07:26:03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uri Bramhani" userId="3772b0bc16621aa0" providerId="LiveId" clId="{51ADE46B-7AD6-4B1D-9408-E9968867A0A5}"/>
    <pc:docChg chg="undo custSel addSld delSld modSld sldOrd">
      <pc:chgData name="Ravuri Bramhani" userId="3772b0bc16621aa0" providerId="LiveId" clId="{51ADE46B-7AD6-4B1D-9408-E9968867A0A5}" dt="2026-02-19T07:29:06.046" v="357" actId="20577"/>
      <pc:docMkLst>
        <pc:docMk/>
      </pc:docMkLst>
      <pc:sldChg chg="addSp modSp mod">
        <pc:chgData name="Ravuri Bramhani" userId="3772b0bc16621aa0" providerId="LiveId" clId="{51ADE46B-7AD6-4B1D-9408-E9968867A0A5}" dt="2026-02-19T07:22:14.734" v="318" actId="1076"/>
        <pc:sldMkLst>
          <pc:docMk/>
          <pc:sldMk cId="1557338801" sldId="256"/>
        </pc:sldMkLst>
        <pc:spChg chg="mod">
          <ac:chgData name="Ravuri Bramhani" userId="3772b0bc16621aa0" providerId="LiveId" clId="{51ADE46B-7AD6-4B1D-9408-E9968867A0A5}" dt="2026-02-19T07:21:54.882" v="316" actId="403"/>
          <ac:spMkLst>
            <pc:docMk/>
            <pc:sldMk cId="1557338801" sldId="256"/>
            <ac:spMk id="2" creationId="{FBCAF4C8-8100-A285-F931-7BC211D77E70}"/>
          </ac:spMkLst>
        </pc:spChg>
        <pc:spChg chg="mod">
          <ac:chgData name="Ravuri Bramhani" userId="3772b0bc16621aa0" providerId="LiveId" clId="{51ADE46B-7AD6-4B1D-9408-E9968867A0A5}" dt="2026-02-19T06:59:20.025" v="128" actId="404"/>
          <ac:spMkLst>
            <pc:docMk/>
            <pc:sldMk cId="1557338801" sldId="256"/>
            <ac:spMk id="3" creationId="{79A29E7A-C830-688F-456B-B203A36F6971}"/>
          </ac:spMkLst>
        </pc:spChg>
        <pc:picChg chg="add mod">
          <ac:chgData name="Ravuri Bramhani" userId="3772b0bc16621aa0" providerId="LiveId" clId="{51ADE46B-7AD6-4B1D-9408-E9968867A0A5}" dt="2026-02-19T07:22:14.734" v="318" actId="1076"/>
          <ac:picMkLst>
            <pc:docMk/>
            <pc:sldMk cId="1557338801" sldId="256"/>
            <ac:picMk id="4" creationId="{2A612340-7B31-6DBA-4656-EBF6981119D5}"/>
          </ac:picMkLst>
        </pc:picChg>
      </pc:sldChg>
      <pc:sldChg chg="addSp modSp new mod">
        <pc:chgData name="Ravuri Bramhani" userId="3772b0bc16621aa0" providerId="LiveId" clId="{51ADE46B-7AD6-4B1D-9408-E9968867A0A5}" dt="2026-02-19T07:26:35.886" v="356" actId="403"/>
        <pc:sldMkLst>
          <pc:docMk/>
          <pc:sldMk cId="4219375426" sldId="257"/>
        </pc:sldMkLst>
        <pc:spChg chg="mod">
          <ac:chgData name="Ravuri Bramhani" userId="3772b0bc16621aa0" providerId="LiveId" clId="{51ADE46B-7AD6-4B1D-9408-E9968867A0A5}" dt="2026-02-19T07:08:12.541" v="144" actId="113"/>
          <ac:spMkLst>
            <pc:docMk/>
            <pc:sldMk cId="4219375426" sldId="257"/>
            <ac:spMk id="2" creationId="{5DA86B94-01C1-FFDE-F9D2-441A714FA170}"/>
          </ac:spMkLst>
        </pc:spChg>
        <pc:spChg chg="mod">
          <ac:chgData name="Ravuri Bramhani" userId="3772b0bc16621aa0" providerId="LiveId" clId="{51ADE46B-7AD6-4B1D-9408-E9968867A0A5}" dt="2026-02-19T07:26:35.886" v="356" actId="403"/>
          <ac:spMkLst>
            <pc:docMk/>
            <pc:sldMk cId="4219375426" sldId="257"/>
            <ac:spMk id="3" creationId="{F3745F61-0A65-923C-EF8C-3DAC9538E90F}"/>
          </ac:spMkLst>
        </pc:spChg>
        <pc:picChg chg="add mod">
          <ac:chgData name="Ravuri Bramhani" userId="3772b0bc16621aa0" providerId="LiveId" clId="{51ADE46B-7AD6-4B1D-9408-E9968867A0A5}" dt="2026-02-19T07:22:24.908" v="320" actId="1076"/>
          <ac:picMkLst>
            <pc:docMk/>
            <pc:sldMk cId="4219375426" sldId="257"/>
            <ac:picMk id="4" creationId="{2A612340-7B31-6DBA-4656-EBF6981119D5}"/>
          </ac:picMkLst>
        </pc:picChg>
      </pc:sldChg>
      <pc:sldChg chg="addSp delSp modSp new mod">
        <pc:chgData name="Ravuri Bramhani" userId="3772b0bc16621aa0" providerId="LiveId" clId="{51ADE46B-7AD6-4B1D-9408-E9968867A0A5}" dt="2026-02-19T07:29:06.046" v="357" actId="20577"/>
        <pc:sldMkLst>
          <pc:docMk/>
          <pc:sldMk cId="3495019844" sldId="258"/>
        </pc:sldMkLst>
        <pc:spChg chg="mod">
          <ac:chgData name="Ravuri Bramhani" userId="3772b0bc16621aa0" providerId="LiveId" clId="{51ADE46B-7AD6-4B1D-9408-E9968867A0A5}" dt="2026-02-19T07:10:36.903" v="154" actId="113"/>
          <ac:spMkLst>
            <pc:docMk/>
            <pc:sldMk cId="3495019844" sldId="258"/>
            <ac:spMk id="2" creationId="{304EED88-A7A3-C6A6-13DD-9BDB608E6294}"/>
          </ac:spMkLst>
        </pc:spChg>
        <pc:spChg chg="del">
          <ac:chgData name="Ravuri Bramhani" userId="3772b0bc16621aa0" providerId="LiveId" clId="{51ADE46B-7AD6-4B1D-9408-E9968867A0A5}" dt="2026-02-19T07:01:04.904" v="141"/>
          <ac:spMkLst>
            <pc:docMk/>
            <pc:sldMk cId="3495019844" sldId="258"/>
            <ac:spMk id="3" creationId="{A71E4BBE-08F4-15E6-FE7F-64230C278435}"/>
          </ac:spMkLst>
        </pc:spChg>
        <pc:spChg chg="add mod">
          <ac:chgData name="Ravuri Bramhani" userId="3772b0bc16621aa0" providerId="LiveId" clId="{51ADE46B-7AD6-4B1D-9408-E9968867A0A5}" dt="2026-02-19T07:29:06.046" v="357" actId="20577"/>
          <ac:spMkLst>
            <pc:docMk/>
            <pc:sldMk cId="3495019844" sldId="258"/>
            <ac:spMk id="4" creationId="{C831ECF5-3363-02B7-43EE-F72BD523F8B2}"/>
          </ac:spMkLst>
        </pc:spChg>
        <pc:picChg chg="add mod">
          <ac:chgData name="Ravuri Bramhani" userId="3772b0bc16621aa0" providerId="LiveId" clId="{51ADE46B-7AD6-4B1D-9408-E9968867A0A5}" dt="2026-02-19T07:22:36.710" v="323" actId="1076"/>
          <ac:picMkLst>
            <pc:docMk/>
            <pc:sldMk cId="3495019844" sldId="258"/>
            <ac:picMk id="5" creationId="{2A612340-7B31-6DBA-4656-EBF6981119D5}"/>
          </ac:picMkLst>
        </pc:picChg>
      </pc:sldChg>
      <pc:sldChg chg="addSp modSp new mod">
        <pc:chgData name="Ravuri Bramhani" userId="3772b0bc16621aa0" providerId="LiveId" clId="{51ADE46B-7AD6-4B1D-9408-E9968867A0A5}" dt="2026-02-19T07:22:58.005" v="327" actId="1076"/>
        <pc:sldMkLst>
          <pc:docMk/>
          <pc:sldMk cId="4011544401" sldId="259"/>
        </pc:sldMkLst>
        <pc:spChg chg="mod">
          <ac:chgData name="Ravuri Bramhani" userId="3772b0bc16621aa0" providerId="LiveId" clId="{51ADE46B-7AD6-4B1D-9408-E9968867A0A5}" dt="2026-02-19T07:16:48.688" v="220" actId="113"/>
          <ac:spMkLst>
            <pc:docMk/>
            <pc:sldMk cId="4011544401" sldId="259"/>
            <ac:spMk id="2" creationId="{E91C7432-2FA7-125D-6672-BA9DBCE179C1}"/>
          </ac:spMkLst>
        </pc:spChg>
        <pc:spChg chg="mod">
          <ac:chgData name="Ravuri Bramhani" userId="3772b0bc16621aa0" providerId="LiveId" clId="{51ADE46B-7AD6-4B1D-9408-E9968867A0A5}" dt="2026-02-19T07:15:58.819" v="213" actId="27636"/>
          <ac:spMkLst>
            <pc:docMk/>
            <pc:sldMk cId="4011544401" sldId="259"/>
            <ac:spMk id="3" creationId="{33AA8092-CAA7-E033-8464-4B71B2A1176C}"/>
          </ac:spMkLst>
        </pc:spChg>
        <pc:picChg chg="add mod">
          <ac:chgData name="Ravuri Bramhani" userId="3772b0bc16621aa0" providerId="LiveId" clId="{51ADE46B-7AD6-4B1D-9408-E9968867A0A5}" dt="2026-02-19T07:22:58.005" v="327" actId="1076"/>
          <ac:picMkLst>
            <pc:docMk/>
            <pc:sldMk cId="4011544401" sldId="259"/>
            <ac:picMk id="4" creationId="{2A612340-7B31-6DBA-4656-EBF6981119D5}"/>
          </ac:picMkLst>
        </pc:picChg>
      </pc:sldChg>
      <pc:sldChg chg="addSp modSp new mod">
        <pc:chgData name="Ravuri Bramhani" userId="3772b0bc16621aa0" providerId="LiveId" clId="{51ADE46B-7AD6-4B1D-9408-E9968867A0A5}" dt="2026-02-19T07:23:05.995" v="329" actId="1076"/>
        <pc:sldMkLst>
          <pc:docMk/>
          <pc:sldMk cId="1988473848" sldId="260"/>
        </pc:sldMkLst>
        <pc:spChg chg="mod">
          <ac:chgData name="Ravuri Bramhani" userId="3772b0bc16621aa0" providerId="LiveId" clId="{51ADE46B-7AD6-4B1D-9408-E9968867A0A5}" dt="2026-02-19T07:17:23.352" v="221"/>
          <ac:spMkLst>
            <pc:docMk/>
            <pc:sldMk cId="1988473848" sldId="260"/>
            <ac:spMk id="2" creationId="{06C143EB-0A1C-7115-0D15-ED722519DCBF}"/>
          </ac:spMkLst>
        </pc:spChg>
        <pc:spChg chg="mod">
          <ac:chgData name="Ravuri Bramhani" userId="3772b0bc16621aa0" providerId="LiveId" clId="{51ADE46B-7AD6-4B1D-9408-E9968867A0A5}" dt="2026-02-19T07:17:45.870" v="225" actId="27636"/>
          <ac:spMkLst>
            <pc:docMk/>
            <pc:sldMk cId="1988473848" sldId="260"/>
            <ac:spMk id="3" creationId="{6A2B08D4-10A3-F65F-A8B4-89FC9FFAE3BE}"/>
          </ac:spMkLst>
        </pc:spChg>
        <pc:picChg chg="add mod">
          <ac:chgData name="Ravuri Bramhani" userId="3772b0bc16621aa0" providerId="LiveId" clId="{51ADE46B-7AD6-4B1D-9408-E9968867A0A5}" dt="2026-02-19T07:23:05.995" v="329" actId="1076"/>
          <ac:picMkLst>
            <pc:docMk/>
            <pc:sldMk cId="1988473848" sldId="260"/>
            <ac:picMk id="4" creationId="{2A612340-7B31-6DBA-4656-EBF6981119D5}"/>
          </ac:picMkLst>
        </pc:picChg>
      </pc:sldChg>
      <pc:sldChg chg="addSp modSp new mod ord">
        <pc:chgData name="Ravuri Bramhani" userId="3772b0bc16621aa0" providerId="LiveId" clId="{51ADE46B-7AD6-4B1D-9408-E9968867A0A5}" dt="2026-02-19T07:22:50.345" v="325" actId="1076"/>
        <pc:sldMkLst>
          <pc:docMk/>
          <pc:sldMk cId="376108578" sldId="261"/>
        </pc:sldMkLst>
        <pc:spChg chg="mod">
          <ac:chgData name="Ravuri Bramhani" userId="3772b0bc16621aa0" providerId="LiveId" clId="{51ADE46B-7AD6-4B1D-9408-E9968867A0A5}" dt="2026-02-19T07:16:38.027" v="219" actId="113"/>
          <ac:spMkLst>
            <pc:docMk/>
            <pc:sldMk cId="376108578" sldId="261"/>
            <ac:spMk id="2" creationId="{1A6BE3F7-2FAE-651E-BB47-4BD3353BEE82}"/>
          </ac:spMkLst>
        </pc:spChg>
        <pc:spChg chg="mod">
          <ac:chgData name="Ravuri Bramhani" userId="3772b0bc16621aa0" providerId="LiveId" clId="{51ADE46B-7AD6-4B1D-9408-E9968867A0A5}" dt="2026-02-19T07:16:16.349" v="218" actId="403"/>
          <ac:spMkLst>
            <pc:docMk/>
            <pc:sldMk cId="376108578" sldId="261"/>
            <ac:spMk id="3" creationId="{AAEE38E8-5195-FF34-A593-03F12D137842}"/>
          </ac:spMkLst>
        </pc:spChg>
        <pc:picChg chg="add mod">
          <ac:chgData name="Ravuri Bramhani" userId="3772b0bc16621aa0" providerId="LiveId" clId="{51ADE46B-7AD6-4B1D-9408-E9968867A0A5}" dt="2026-02-19T07:22:50.345" v="325" actId="1076"/>
          <ac:picMkLst>
            <pc:docMk/>
            <pc:sldMk cId="376108578" sldId="261"/>
            <ac:picMk id="4" creationId="{2A612340-7B31-6DBA-4656-EBF6981119D5}"/>
          </ac:picMkLst>
        </pc:picChg>
      </pc:sldChg>
      <pc:sldChg chg="addSp modSp new mod">
        <pc:chgData name="Ravuri Bramhani" userId="3772b0bc16621aa0" providerId="LiveId" clId="{51ADE46B-7AD6-4B1D-9408-E9968867A0A5}" dt="2026-02-19T07:25:42.489" v="350" actId="113"/>
        <pc:sldMkLst>
          <pc:docMk/>
          <pc:sldMk cId="1602547625" sldId="262"/>
        </pc:sldMkLst>
        <pc:spChg chg="mod">
          <ac:chgData name="Ravuri Bramhani" userId="3772b0bc16621aa0" providerId="LiveId" clId="{51ADE46B-7AD6-4B1D-9408-E9968867A0A5}" dt="2026-02-19T07:25:42.489" v="350" actId="113"/>
          <ac:spMkLst>
            <pc:docMk/>
            <pc:sldMk cId="1602547625" sldId="262"/>
            <ac:spMk id="2" creationId="{DB58777D-F0FC-C240-2F63-63982A402213}"/>
          </ac:spMkLst>
        </pc:spChg>
        <pc:spChg chg="mod">
          <ac:chgData name="Ravuri Bramhani" userId="3772b0bc16621aa0" providerId="LiveId" clId="{51ADE46B-7AD6-4B1D-9408-E9968867A0A5}" dt="2026-02-19T07:25:33.165" v="348" actId="1076"/>
          <ac:spMkLst>
            <pc:docMk/>
            <pc:sldMk cId="1602547625" sldId="262"/>
            <ac:spMk id="3" creationId="{AAC12661-4AB2-7474-C353-953E589BB33C}"/>
          </ac:spMkLst>
        </pc:spChg>
        <pc:picChg chg="add mod">
          <ac:chgData name="Ravuri Bramhani" userId="3772b0bc16621aa0" providerId="LiveId" clId="{51ADE46B-7AD6-4B1D-9408-E9968867A0A5}" dt="2026-02-19T07:23:14.580" v="331" actId="1076"/>
          <ac:picMkLst>
            <pc:docMk/>
            <pc:sldMk cId="1602547625" sldId="262"/>
            <ac:picMk id="4" creationId="{2A612340-7B31-6DBA-4656-EBF6981119D5}"/>
          </ac:picMkLst>
        </pc:picChg>
      </pc:sldChg>
      <pc:sldChg chg="new del">
        <pc:chgData name="Ravuri Bramhani" userId="3772b0bc16621aa0" providerId="LiveId" clId="{51ADE46B-7AD6-4B1D-9408-E9968867A0A5}" dt="2026-02-19T07:20:46.686" v="261" actId="2696"/>
        <pc:sldMkLst>
          <pc:docMk/>
          <pc:sldMk cId="45725483" sldId="263"/>
        </pc:sldMkLst>
      </pc:sldChg>
      <pc:sldChg chg="addSp delSp modSp new mod">
        <pc:chgData name="Ravuri Bramhani" userId="3772b0bc16621aa0" providerId="LiveId" clId="{51ADE46B-7AD6-4B1D-9408-E9968867A0A5}" dt="2026-02-19T07:23:26.260" v="334" actId="21"/>
        <pc:sldMkLst>
          <pc:docMk/>
          <pc:sldMk cId="3974343881" sldId="264"/>
        </pc:sldMkLst>
        <pc:spChg chg="mod">
          <ac:chgData name="Ravuri Bramhani" userId="3772b0bc16621aa0" providerId="LiveId" clId="{51ADE46B-7AD6-4B1D-9408-E9968867A0A5}" dt="2026-02-19T07:21:40.375" v="313" actId="20577"/>
          <ac:spMkLst>
            <pc:docMk/>
            <pc:sldMk cId="3974343881" sldId="264"/>
            <ac:spMk id="2" creationId="{069116B8-F8E0-9FCE-00C2-F85FF0454CAB}"/>
          </ac:spMkLst>
        </pc:spChg>
        <pc:picChg chg="add del mod">
          <ac:chgData name="Ravuri Bramhani" userId="3772b0bc16621aa0" providerId="LiveId" clId="{51ADE46B-7AD6-4B1D-9408-E9968867A0A5}" dt="2026-02-19T07:23:26.260" v="334" actId="21"/>
          <ac:picMkLst>
            <pc:docMk/>
            <pc:sldMk cId="3974343881" sldId="264"/>
            <ac:picMk id="3" creationId="{2A612340-7B31-6DBA-4656-EBF6981119D5}"/>
          </ac:picMkLst>
        </pc:picChg>
      </pc:sldChg>
      <pc:sldChg chg="addSp modSp new mod">
        <pc:chgData name="Ravuri Bramhani" userId="3772b0bc16621aa0" providerId="LiveId" clId="{51ADE46B-7AD6-4B1D-9408-E9968867A0A5}" dt="2026-02-19T07:26:03.617" v="352"/>
        <pc:sldMkLst>
          <pc:docMk/>
          <pc:sldMk cId="3019256370" sldId="265"/>
        </pc:sldMkLst>
        <pc:spChg chg="mod">
          <ac:chgData name="Ravuri Bramhani" userId="3772b0bc16621aa0" providerId="LiveId" clId="{51ADE46B-7AD6-4B1D-9408-E9968867A0A5}" dt="2026-02-19T07:25:51.204" v="351" actId="113"/>
          <ac:spMkLst>
            <pc:docMk/>
            <pc:sldMk cId="3019256370" sldId="265"/>
            <ac:spMk id="2" creationId="{8FD9C82A-7616-6ED4-B18B-5963E96B2550}"/>
          </ac:spMkLst>
        </pc:spChg>
        <pc:spChg chg="mod">
          <ac:chgData name="Ravuri Bramhani" userId="3772b0bc16621aa0" providerId="LiveId" clId="{51ADE46B-7AD6-4B1D-9408-E9968867A0A5}" dt="2026-02-19T07:25:02.168" v="343" actId="27636"/>
          <ac:spMkLst>
            <pc:docMk/>
            <pc:sldMk cId="3019256370" sldId="265"/>
            <ac:spMk id="3" creationId="{73BCCE6F-0238-93AB-9D56-F6715746786C}"/>
          </ac:spMkLst>
        </pc:spChg>
        <pc:picChg chg="add mod">
          <ac:chgData name="Ravuri Bramhani" userId="3772b0bc16621aa0" providerId="LiveId" clId="{51ADE46B-7AD6-4B1D-9408-E9968867A0A5}" dt="2026-02-19T07:26:03.617" v="352"/>
          <ac:picMkLst>
            <pc:docMk/>
            <pc:sldMk cId="3019256370" sldId="265"/>
            <ac:picMk id="4" creationId="{968D643E-4401-B39D-AF85-66F30C882B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874A3-7B88-0C3D-56AB-25D385B59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33EE3-3C10-D95F-1873-0B9FD28AC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8307-2CB5-0DA1-F5D6-77F6FDD7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D12A1-A6C8-1F9E-CEAD-05738FC5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8442-42B2-FAFE-C031-DA836908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5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2611-B1E5-33D7-F90B-29D37C96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2176D-8E32-F624-5C0B-55D9ACE95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DAE5-4C83-48E8-FC02-92B730A9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2239D-2AB6-C6E1-8E11-1ADFB7C9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F7051-59E3-A8EB-30CC-954202DA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86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938E-B9F6-FC82-B433-D40A9E1E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0C602-3109-3D9B-F126-BD1255FB5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FCEBE-B247-6ED2-43E1-7A7BBE09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21EA9-C783-D1E8-4F3F-60987F53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0318-E9F1-94CE-E020-23B6FF29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97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B70A-EE53-A4BA-B4DC-C302180A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5B2FD-7849-604C-4B6C-442DDEFC5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F0748-5C91-091F-FF9E-5779DC856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455C6-A07D-549E-CD63-02A0E01C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4E4BC-2303-6F03-7DCD-3D273070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DFC4-DAE9-DF03-9105-CCE354AA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9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A248-FE73-84B6-F73D-75D393F98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09276-748D-E27F-2DB0-AE0ABB4EC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70362-245C-07FC-5CC8-2DDABD074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C0EDDE-C230-E0AA-0882-049CCA174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0A52B1-0559-4707-2DD8-200D2DDF4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A6CF5-2259-F55D-94AE-AE47AED5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E3288A-CB07-3963-3157-C57E8BE44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D7BA3C-BFE2-D50A-A2CE-C586CEE0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21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4C43-AC11-1A86-1385-7AAB1967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CE4CF-A477-CB24-0CA0-5D74A553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77371-A0E6-2B92-84FE-A0849C9E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39183-C7CB-BB47-D4BE-FFA48FA5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82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0F0F7-EDA7-CA3F-B1B0-581DFF59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DA991-E701-E5A1-1309-93C2DA6B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2786F-64EB-4812-604A-C01111FA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40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2474-B503-398F-E60A-3FC03FF4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1B92D-3D3F-8727-843D-EF4749FD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478AD-3D58-5082-E7F5-9E56A5FD4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EC46F-FC5C-D328-1D1E-64A94633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F702F-DC0E-44B4-6472-A418C6C9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3CBA1-6186-D1EB-A18E-4A36E5D1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87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93C0-4B91-E3D1-5683-5E8A2007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74BD37-12F7-0FB7-E492-C3D1096F9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A6B2F-447E-A2AA-1F90-C58D75D98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A1412-C706-A994-55BC-2698662D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D981B-44DD-E513-374F-661B9ADB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90371-54B8-A916-B194-406377A0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75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93F0-1BE2-3243-4494-8114B0C9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F9D3D-1BF0-1BAC-E306-6B2CB54C6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64C4A-9DEA-B428-2E98-781B9062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16C18-01E5-9123-34C7-84994DB2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4C820-6BB7-9A36-0D8F-1A2CE883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00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2A0D1-81DA-3D66-9059-32264AED7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01D30-7677-DDDE-B674-2B522258A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EE5EC-6D1B-51EB-BA8B-92AEA8E3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36107-DCA2-A3B9-74DA-B0C9E5F7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194A2-34F0-23C4-4710-7A8A2A0B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2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68B9A-F9A2-BDF3-7703-3C0C2B1A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F04DE-B05F-DEEC-ABCF-7716ABC3E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6C800-3EEA-26C5-1445-146D99B38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77478-96FD-48DE-8328-6D7A64E15FE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5D86B-51B4-BF6C-1177-C09B1B5AD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5F843-66A0-EFF5-374C-FA094131C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FECF4-FE8E-43BD-B74D-568A8A39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1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F4C8-8100-A285-F931-7BC211D77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9097"/>
            <a:ext cx="9144000" cy="2113782"/>
          </a:xfrm>
        </p:spPr>
        <p:txBody>
          <a:bodyPr>
            <a:normAutofit/>
          </a:bodyPr>
          <a:lstStyle/>
          <a:p>
            <a:r>
              <a:rPr lang="en-IN" sz="4800" b="1" dirty="0"/>
              <a:t>Retail Sales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29E7A-C830-688F-456B-B203A36F69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2320030278 – Cherukuri Sai Deekshitha</a:t>
            </a:r>
          </a:p>
          <a:p>
            <a:r>
              <a:rPr lang="en-IN" sz="1800" dirty="0"/>
              <a:t>2320030355 – Paladi Raga Amrutha Ratna</a:t>
            </a:r>
          </a:p>
          <a:p>
            <a:r>
              <a:rPr lang="en-IN" sz="1800" dirty="0"/>
              <a:t>2320030104 – Ravuri Bramhani</a:t>
            </a:r>
          </a:p>
          <a:p>
            <a:r>
              <a:rPr lang="en-IN" sz="1800" dirty="0"/>
              <a:t>Sec-4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713" y="156554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3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6B94-01C1-FFDE-F9D2-441A714F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45F61-0A65-923C-EF8C-3DAC9538E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Retail businesses generate large volumes of sales data that require efficient analysis for informed decision-making. Traditional systems often lack scalability, integration, and real-time insight capabilities. This project presents a </a:t>
            </a:r>
            <a:r>
              <a:rPr lang="en-US" sz="2400" b="1" dirty="0"/>
              <a:t>Retail Sales Analytics Dashboard on Microsoft Azure Cloud</a:t>
            </a:r>
            <a:r>
              <a:rPr lang="en-US" sz="2400" dirty="0"/>
              <a:t> that integrates Azure Data Factory, Azure Data Lake Storage, Azure Synapse Analytics, and Power BI to build an end-to-end analytics pipeline. The system enables automated data ingestion, scalable storage, efficient processing, and interactive visualization of retail data, providing real-time insights into sales trends and business performance while ensuring scalability, security, and cost efficiency.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217" y="102629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7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ED88-A7A3-C6A6-13DD-9BDB608E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31ECF5-3363-02B7-43EE-F72BD523F8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2417"/>
            <a:ext cx="10773697" cy="313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Retail organizations face several challenges in analyzing sales data:</a:t>
            </a:r>
          </a:p>
          <a:p>
            <a:r>
              <a:rPr lang="en-US" sz="1800" dirty="0"/>
              <a:t>Data is generated from multiple heterogeneous sources (POS systems, e-commerce platforms, inventory systems)</a:t>
            </a:r>
          </a:p>
          <a:p>
            <a:r>
              <a:rPr lang="en-US" sz="1800" dirty="0"/>
              <a:t>Traditional on-premise systems cannot handle large-scale data efficiently</a:t>
            </a:r>
          </a:p>
          <a:p>
            <a:r>
              <a:rPr lang="en-US" sz="1800" dirty="0"/>
              <a:t>Lack of real-time visibility into business performance</a:t>
            </a:r>
          </a:p>
          <a:p>
            <a:r>
              <a:rPr lang="en-US" sz="1800" dirty="0"/>
              <a:t>Difficulty in generating consolidated dashboards and insights</a:t>
            </a:r>
          </a:p>
          <a:p>
            <a:r>
              <a:rPr lang="en-US" sz="1800" dirty="0"/>
              <a:t>High infrastructure and maintenance costs</a:t>
            </a:r>
          </a:p>
          <a:p>
            <a:r>
              <a:rPr lang="en-US" sz="1800" dirty="0"/>
              <a:t>Therefore, there is a need for a </a:t>
            </a:r>
            <a:r>
              <a:rPr lang="en-US" sz="1800" b="1" dirty="0"/>
              <a:t>scalable, integrated, </a:t>
            </a:r>
            <a:r>
              <a:rPr lang="en-US" sz="1800" b="1"/>
              <a:t>and analytics </a:t>
            </a:r>
            <a:r>
              <a:rPr lang="en-US" sz="1800" b="1" dirty="0"/>
              <a:t>platform</a:t>
            </a:r>
            <a:r>
              <a:rPr lang="en-US" sz="1800" dirty="0"/>
              <a:t> for retail sales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216" y="193396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19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BE3F7-2FAE-651E-BB47-4BD3353B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 b="1" dirty="0"/>
              <a:t>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E38E8-5195-FF34-A593-03F12D137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Traditional BI Tools</a:t>
            </a:r>
          </a:p>
          <a:p>
            <a:r>
              <a:rPr lang="en-US" sz="2000" dirty="0"/>
              <a:t>Excel-based reporting</a:t>
            </a:r>
          </a:p>
          <a:p>
            <a:r>
              <a:rPr lang="en-US" sz="2000" dirty="0"/>
              <a:t>Local database reporting systems</a:t>
            </a:r>
          </a:p>
          <a:p>
            <a:r>
              <a:rPr lang="en-US" sz="2000" dirty="0"/>
              <a:t>Static dashboards</a:t>
            </a:r>
          </a:p>
          <a:p>
            <a:pPr marL="0" indent="0">
              <a:buNone/>
            </a:pPr>
            <a:r>
              <a:rPr lang="en-US" sz="2000" b="1" dirty="0"/>
              <a:t>Limitations:</a:t>
            </a:r>
            <a:endParaRPr lang="en-US" sz="2000" dirty="0"/>
          </a:p>
          <a:p>
            <a:r>
              <a:rPr lang="en-US" sz="2000" dirty="0"/>
              <a:t>Limited scalability</a:t>
            </a:r>
          </a:p>
          <a:p>
            <a:r>
              <a:rPr lang="en-US" sz="2000" dirty="0"/>
              <a:t>Manual data integration</a:t>
            </a:r>
          </a:p>
          <a:p>
            <a:r>
              <a:rPr lang="en-US" sz="2000" dirty="0"/>
              <a:t>No real-time processing</a:t>
            </a:r>
          </a:p>
          <a:p>
            <a:pPr marL="0" indent="0">
              <a:buNone/>
            </a:pPr>
            <a:r>
              <a:rPr lang="en-US" sz="3200" b="1" dirty="0"/>
              <a:t> </a:t>
            </a:r>
            <a:r>
              <a:rPr lang="en-US" sz="2000" b="1" dirty="0"/>
              <a:t>On-Premise Data Warehouses</a:t>
            </a:r>
          </a:p>
          <a:p>
            <a:r>
              <a:rPr lang="en-US" sz="2000" dirty="0"/>
              <a:t>Enterprise data warehouse systems</a:t>
            </a:r>
          </a:p>
          <a:p>
            <a:r>
              <a:rPr lang="en-US" sz="2000" dirty="0"/>
              <a:t>Dedicated analytics servers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875" y="62384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7432-2FA7-125D-6672-BA9DBCE1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8092-CAA7-E033-8464-4B71B2A11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High setup and maintenance cost</a:t>
            </a:r>
          </a:p>
          <a:p>
            <a:r>
              <a:rPr lang="en-US" sz="2400" dirty="0"/>
              <a:t>Complex infrastructure management</a:t>
            </a:r>
          </a:p>
          <a:p>
            <a:r>
              <a:rPr lang="en-US" sz="2400" dirty="0"/>
              <a:t>Limited flexibility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Standalone Cloud Tools</a:t>
            </a:r>
          </a:p>
          <a:p>
            <a:r>
              <a:rPr lang="en-US" sz="2400" dirty="0"/>
              <a:t>Individual cloud storage or visualization tools</a:t>
            </a:r>
          </a:p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Lack of end-to-end integration</a:t>
            </a:r>
          </a:p>
          <a:p>
            <a:r>
              <a:rPr lang="en-US" sz="2400" dirty="0"/>
              <a:t>Manual pipeline creation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10" y="102629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4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43EB-0A1C-7115-0D15-ED722519D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B08D4-10A3-F65F-A8B4-89FC9FFAE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 </a:t>
            </a:r>
            <a:r>
              <a:rPr lang="en-IN" sz="2400" b="1" dirty="0"/>
              <a:t>cloud-native retail analytics solution on Microsoft Azure</a:t>
            </a:r>
            <a:r>
              <a:rPr lang="en-IN" sz="2400" dirty="0"/>
              <a:t> that provides:</a:t>
            </a:r>
          </a:p>
          <a:p>
            <a:r>
              <a:rPr lang="en-IN" sz="2400" dirty="0"/>
              <a:t>Automated data ingestion pipelines</a:t>
            </a:r>
          </a:p>
          <a:p>
            <a:r>
              <a:rPr lang="en-IN" sz="2400" dirty="0"/>
              <a:t>Centralized data lake for storage</a:t>
            </a:r>
          </a:p>
          <a:p>
            <a:r>
              <a:rPr lang="en-IN" sz="2400" dirty="0"/>
              <a:t>Scalable analytics engine for processing</a:t>
            </a:r>
          </a:p>
          <a:p>
            <a:r>
              <a:rPr lang="en-IN" sz="2400" dirty="0"/>
              <a:t>Interactive Power BI dashboards for visualization</a:t>
            </a:r>
          </a:p>
          <a:p>
            <a:r>
              <a:rPr lang="en-IN" sz="2400" dirty="0"/>
              <a:t>Secure and highly available cloud architecture</a:t>
            </a:r>
          </a:p>
          <a:p>
            <a:r>
              <a:rPr lang="en-IN" sz="2400" dirty="0"/>
              <a:t>The proposed system integrates multiple Azure services to create a </a:t>
            </a:r>
            <a:r>
              <a:rPr lang="en-IN" sz="2400" b="1" dirty="0"/>
              <a:t>complete analytics workflow</a:t>
            </a:r>
            <a:r>
              <a:rPr lang="en-IN" sz="2400" dirty="0"/>
              <a:t> from data collection to insight generation.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59" y="230188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7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8777D-F0FC-C240-2F63-63982A40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536622"/>
            <a:ext cx="10515600" cy="1042220"/>
          </a:xfrm>
        </p:spPr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12661-4AB2-7474-C353-953E589B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804221"/>
            <a:ext cx="10515600" cy="4847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Data Integration</a:t>
            </a:r>
          </a:p>
          <a:p>
            <a:r>
              <a:rPr lang="en-IN" sz="2400" dirty="0"/>
              <a:t>Collects sales data from multiple retail sources</a:t>
            </a:r>
          </a:p>
          <a:p>
            <a:r>
              <a:rPr lang="en-IN" sz="2400" dirty="0"/>
              <a:t>Automated ETL pipelines using Azure Data Factory</a:t>
            </a:r>
          </a:p>
          <a:p>
            <a:pPr marL="0" indent="0">
              <a:buNone/>
            </a:pPr>
            <a:r>
              <a:rPr lang="en-IN" sz="2400" b="1" dirty="0"/>
              <a:t>Scalable Storage</a:t>
            </a:r>
          </a:p>
          <a:p>
            <a:r>
              <a:rPr lang="en-IN" sz="2400" dirty="0"/>
              <a:t>Stores structured and unstructured data in Azure Data Lake</a:t>
            </a:r>
          </a:p>
          <a:p>
            <a:r>
              <a:rPr lang="en-IN" sz="2400" dirty="0"/>
              <a:t>Supports large-scale datasets</a:t>
            </a:r>
          </a:p>
          <a:p>
            <a:pPr marL="0" indent="0">
              <a:buNone/>
            </a:pPr>
            <a:r>
              <a:rPr lang="en-IN" sz="2400" b="1" dirty="0"/>
              <a:t>Advanced Analytics</a:t>
            </a:r>
          </a:p>
          <a:p>
            <a:r>
              <a:rPr lang="en-IN" sz="2400" dirty="0"/>
              <a:t>Data transformation and querying using Azure Synapse Analytics</a:t>
            </a:r>
          </a:p>
          <a:p>
            <a:r>
              <a:rPr lang="en-IN" sz="2400" dirty="0"/>
              <a:t>Enables trend and pattern analysis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12340-7B31-6DBA-4656-EBF698111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048" y="196646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4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C82A-7616-6ED4-B18B-5963E96B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CCE6F-0238-93AB-9D56-F67157467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Interactive Visualization</a:t>
            </a:r>
          </a:p>
          <a:p>
            <a:r>
              <a:rPr lang="en-IN" dirty="0"/>
              <a:t>Power BI dashboards with filters, KPIs, and charts</a:t>
            </a:r>
          </a:p>
          <a:p>
            <a:r>
              <a:rPr lang="en-IN" dirty="0"/>
              <a:t>Real-time sales performance monitoring</a:t>
            </a:r>
          </a:p>
          <a:p>
            <a:pPr marL="0" indent="0">
              <a:buNone/>
            </a:pPr>
            <a:r>
              <a:rPr lang="en-IN" b="1" dirty="0"/>
              <a:t>Security &amp; Reliability</a:t>
            </a:r>
          </a:p>
          <a:p>
            <a:r>
              <a:rPr lang="en-IN" dirty="0"/>
              <a:t>Role-based access using Azure Active Directory</a:t>
            </a:r>
          </a:p>
          <a:p>
            <a:r>
              <a:rPr lang="en-IN" dirty="0"/>
              <a:t>High availability and data durability</a:t>
            </a:r>
          </a:p>
          <a:p>
            <a:pPr marL="0" indent="0">
              <a:buNone/>
            </a:pPr>
            <a:r>
              <a:rPr lang="en-IN" b="1" dirty="0"/>
              <a:t>Business Insights</a:t>
            </a:r>
          </a:p>
          <a:p>
            <a:r>
              <a:rPr lang="en-IN" dirty="0"/>
              <a:t>Region-wise and product-wise sales analysis</a:t>
            </a:r>
          </a:p>
          <a:p>
            <a:r>
              <a:rPr lang="en-IN" dirty="0"/>
              <a:t>Customer purchasing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dirty="0"/>
              <a:t>Revenue and profit tracking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D643E-4401-B39D-AF85-66F30C882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048" y="196646"/>
            <a:ext cx="2219517" cy="11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25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16B8-F8E0-9FCE-00C2-F85FF0454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8221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dirty="0"/>
              <a:t>                         </a:t>
            </a:r>
            <a:r>
              <a:rPr lang="en-IN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4343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421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Retail Sales Analytics Dashboard</vt:lpstr>
      <vt:lpstr>Abstract</vt:lpstr>
      <vt:lpstr>Problem Statement</vt:lpstr>
      <vt:lpstr>Existing Solutions</vt:lpstr>
      <vt:lpstr>Existing Solutions</vt:lpstr>
      <vt:lpstr>Proposed System</vt:lpstr>
      <vt:lpstr>Features</vt:lpstr>
      <vt:lpstr>Features</vt:lpstr>
      <vt:lpstr>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Ravuri Bramhani</dc:creator>
  <cp:lastModifiedBy>Ravuri Bramhani</cp:lastModifiedBy>
  <cp:revision>1</cp:revision>
  <dcterms:created xsi:type="dcterms:W3CDTF">2026-02-19T06:55:13Z</dcterms:created>
  <dcterms:modified xsi:type="dcterms:W3CDTF">2026-02-19T07:29:14Z</dcterms:modified>
</cp:coreProperties>
</file>